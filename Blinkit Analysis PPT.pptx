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34386-BD2B-5D90-AB0D-F151D7770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87" y="3400425"/>
            <a:ext cx="47625" cy="5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594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UMESH YADAV</cp:lastModifiedBy>
  <cp:revision>19</cp:revision>
  <dcterms:created xsi:type="dcterms:W3CDTF">2024-06-24T12:27:37Z</dcterms:created>
  <dcterms:modified xsi:type="dcterms:W3CDTF">2025-12-01T18:07:11Z</dcterms:modified>
</cp:coreProperties>
</file>